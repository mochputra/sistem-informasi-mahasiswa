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315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RPS Pemograman Mobile Native (user-provided PDF), minggu 2: Instalasi &amp; Tools.
- Visual dibuat dengan OpenAI image generation (internal asset).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RPS Pemograman Mobile Native (user-provided PDF), tabel minggu ke-2: sub-CPMK, indikator, materi.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RPS Pemograman Mobile Native (user-provided PDF), urutan materi minggu 1–5.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RPS minggu 2: fokus pada instalasi dan tools.
- Android Studio official overview: https://developer.android.com/studio/
- Get started with Kotlin: https://kotlinlang.org/docs/getting-started.html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install requirements: https://developer.android.com/studio/install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Get started with Kotlin: https://kotlinlang.org/docs/getting-started.html
- Kotlin command-line compiler notes: https://kotlinlang.org/docs/command-line.html
- Android Studio install: https://developer.android.com/studio/install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install/setup depends on Java tooling; see official installation guidance: https://developer.android.com/studio/install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Perintah verifikasi Java/JDK adalah praktik umum setelah instalasi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Get started with Kotlin: https://kotlinlang.org/docs/getting-started.html
- Kotlin command-line compiler: https://kotlinlang.org/docs/command-line.html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install: https://developer.android.com/studio/install
- Android Studio overview: https://developer.android.com/studio/
- Visual dibuat dengan OpenAI image generation (internal asset).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install and setup wizard guidance: https://developer.android.com/studio/install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setup and SDK downloads: https://developer.android.com/studio/install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install page: emulator is the preferred method for testing apps. https://developer.android.com/studio/install
- Visual dibuat dengan OpenAI image generation (internal asset).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Emulator / AVD setup flow based on Android Studio tooling: https://developer.android.com/studio/install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get started/build first app concepts: https://developer.android.com/studio/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overview and project setup context: https://developer.android.com/studio/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Android Studio install requirements and setup: https://developer.android.com/studio/install
- Visual dibuat dengan OpenAI image generation (internal asset).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RPS minggu 2: metode demonstrasi dan praktik; durasi 1 x (3x50’).
- Visual dibuat dengan OpenAI image generation (internal asset).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Checklist disusun dari indikator minggu 2 pada RPS: instalasi JDK, Kotlin, dan emulator.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RPS minggu 2: bentuk asesmen adalah tugas instalasi.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RPS minggu 2: bahan daring menyebut video tutorial instalasi.
- Android Studio install docs: https://developer.android.com/studio/install
- Kotlin docs: https://kotlinlang.org/docs/getting-started.html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Ringkasan disusun dari RPS minggu 2 dan dokumentasi resmi Android Studio/Kotlin.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Exit ticket disusun dari indikator minggu 2 pada 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RPS minggu 3: Pengenalan Kotlin.
- Visual dibuat dengan OpenAI image generation (internal asset).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DB954"/>
          </a:solidFill>
          <a:ln w="12700">
            <a:solidFill>
              <a:srgbClr val="F7FA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36576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Mobile Native • Pertemuan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64008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Universitas Muhammadiyah Sukabumi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stall_class.png"/>
          <p:cNvPicPr>
            <a:picLocks noChangeAspect="1"/>
          </p:cNvPicPr>
          <p:nvPr/>
        </p:nvPicPr>
        <p:blipFill>
          <a:blip r:embed="rId3"/>
          <a:srcRect l="15432" r="15432"/>
          <a:stretch/>
        </p:blipFill>
        <p:spPr>
          <a:xfrm>
            <a:off x="6583680" y="502920"/>
            <a:ext cx="512064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82296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DE5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" name="Shape 1"/>
          <p:cNvSpPr/>
          <p:nvPr/>
        </p:nvSpPr>
        <p:spPr>
          <a:xfrm>
            <a:off x="841248" y="96012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2"/>
          <p:cNvSpPr/>
          <p:nvPr/>
        </p:nvSpPr>
        <p:spPr>
          <a:xfrm>
            <a:off x="978408" y="10241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7A42"/>
                </a:solidFill>
              </a:rPr>
              <a:t>Mata Kuliah • Pertemuan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15087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Instalasi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dan Tools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Menyiapkan lingkungan kerja Android Studio, JDK, Kotlin, SDK, dan emulator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749040"/>
            <a:ext cx="4480560" cy="0"/>
          </a:xfrm>
          <a:prstGeom prst="line">
            <a:avLst/>
          </a:prstGeom>
          <a:noFill/>
          <a:ln w="1524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akhir sesi: mahasiswa mampu menginstal tools utama dan menyiapkan emulator untuk praktik berikutnya.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yang dipelajari pada pertemuan 2?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ini mengubah pengantar konseptual menjadi lingkungan kerja yang siap dipakai.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877824" y="1563624"/>
            <a:ext cx="164592" cy="94183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Toolchain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43000" y="191109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Mengenal peran JDK, Kotlin, Android Studio, SDK, dan emulator.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03320" y="14173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849624" y="1563624"/>
            <a:ext cx="164592" cy="94183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114800" y="1581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Instalasi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114800" y="191109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umum memasang tools utama di laptop mahasiswa.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821424" y="1563624"/>
            <a:ext cx="164592" cy="94183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7086600" y="1581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Verifikasi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086600" y="191109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 hasil instalasi dan kesiapan tool untuk praktik.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46920" y="14173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9793224" y="1563624"/>
            <a:ext cx="164592" cy="941832"/>
          </a:xfrm>
          <a:prstGeom prst="roundRect">
            <a:avLst>
              <a:gd name="adj" fmla="val 11111"/>
            </a:avLst>
          </a:prstGeom>
          <a:solidFill>
            <a:srgbClr val="E95C4B"/>
          </a:solidFill>
          <a:ln w="12700">
            <a:solidFill>
              <a:srgbClr val="E95C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10058400" y="1581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AVD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0" y="191109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Menyiapkan emulator sebagai perangkat uji.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29260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877824" y="3072384"/>
            <a:ext cx="164592" cy="171907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1143000" y="30906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Sub-CPMK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3000" y="3419856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mampu mengidentifikasi tools pengembangan Android.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29260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6409944" y="3072384"/>
            <a:ext cx="164592" cy="171907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6675120" y="3090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Indikator ketercapaian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75120" y="3419856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mampu menginstal JDK, Kotlin, dan emulator.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KONTEKS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Posisi pertemuan 2 dalam semester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Setelah memahami konsep mobile, mahasiswa mulai menyiapkan lingkungan pengembangan.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3F5F7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837944"/>
            <a:ext cx="164592" cy="158191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Minggu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18541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Pendahuluan mobile programming, native vs hybrid, dan arsitektur Android.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672584" y="1837944"/>
            <a:ext cx="164592" cy="158191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937760" y="1856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Minggu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185416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Instalasi &amp; tools: memastikan laptop siap untuk coding dan praktikum.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154680" cy="1874520"/>
          </a:xfrm>
          <a:prstGeom prst="roundRect">
            <a:avLst>
              <a:gd name="adj" fmla="val 3902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375904" y="1837944"/>
            <a:ext cx="164592" cy="158191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641080" y="1856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Minggu 3–5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41080" y="2185416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 ke Kotlin dasar, function-class, lalu Android Studio &amp; struktur project.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3931920"/>
            <a:ext cx="10561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1051560" y="4224528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A43"/>
                </a:solidFill>
              </a:rPr>
              <a:t>Kalau lingkungan kerja belum siap di minggu 2, maka praktik di minggu-minggu berikutnya akan tertunda. Karena itu sesi instalasi tampak sederhana, tetapi sangat krusial.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Toolchain yang dibutuhkan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Semua tools ini bekerja sebagai satu ekosistem, bukan berdiri sendiri.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877824" y="1746504"/>
            <a:ext cx="164592" cy="126187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143000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JDK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209397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Menyediakan lingkungan Java yang dibutuhkan tool Android.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63240" y="160020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209544" y="1746504"/>
            <a:ext cx="164592" cy="126187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Kotlin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474720" y="209397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utama untuk menulis logika aplikasi Android modern.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94960" y="160020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5541264" y="1746504"/>
            <a:ext cx="164592" cy="126187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5806440" y="176479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Android Studio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806440" y="209397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 resmi untuk membuat, menjalankan, dan debug aplikasi.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26680" y="160020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EAF9F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7872984" y="1746504"/>
            <a:ext cx="164592" cy="126187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8138160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Android SDK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138160" y="209397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Kumpulan platform, API, dan tools build Android.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58400" y="160020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FFF0EE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10204704" y="1746504"/>
            <a:ext cx="164592" cy="1261872"/>
          </a:xfrm>
          <a:prstGeom prst="roundRect">
            <a:avLst>
              <a:gd name="adj" fmla="val 11111"/>
            </a:avLst>
          </a:prstGeom>
          <a:solidFill>
            <a:srgbClr val="E95C4B"/>
          </a:solidFill>
          <a:ln w="12700">
            <a:solidFill>
              <a:srgbClr val="E95C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10469880" y="1764792"/>
            <a:ext cx="99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AVD / Emulator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69880" y="2093976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Perangkat virtual untuk testing.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" y="3657600"/>
            <a:ext cx="10561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1097280" y="395935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02A43"/>
                </a:solidFill>
              </a:rPr>
              <a:t>Alur sederhananya: JDK mendukung proses build, Kotlin dipakai menulis kode, Android Studio mengelola project, SDK menyediakan API Android, dan emulator dipakai untuk pengujian tanpa harus selalu memakai perangkat fisik.</a:t>
            </a:r>
            <a:endParaRPr lang="en-US" sz="1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PERSIAPAN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Sebelum instalasi: cek kesiapan perangkat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semua laptop memberi pengalaman yang sama untuk Android Studio dan emulator.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70078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&amp; ruang simpan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048256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Pastikan memakai sistem operasi 64-bit yang didukung, dengan ruang kosong yang cukup untuk IDE, SDK, dan AVD.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581144" y="170078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RAM &amp; prosesor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2048256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Studio masih bisa berjalan pada spesifikasi minimum, tetapi emulator akan lebih nyaman pada RAM lebih besar dan CPU dengan virtualisasi.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193024" y="170078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458200" y="1719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Virtualization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2048256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Emulator memerlukan dukungan virtualisasi (misalnya VT-x atau AMD-V) agar performanya layak dipakai saat praktikum.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Urutan instalasi yang disarankan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Mengikuti urutan yang rapi akan mengurangi error saat setup.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2834640"/>
            <a:ext cx="914400" cy="0"/>
          </a:xfrm>
          <a:prstGeom prst="line">
            <a:avLst/>
          </a:prstGeom>
          <a:noFill/>
          <a:ln w="16510">
            <a:solidFill>
              <a:srgbClr val="B7C8B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480560" y="2834640"/>
            <a:ext cx="914400" cy="0"/>
          </a:xfrm>
          <a:prstGeom prst="line">
            <a:avLst/>
          </a:prstGeom>
          <a:noFill/>
          <a:ln w="16510">
            <a:solidFill>
              <a:srgbClr val="B7C8B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812280" y="2834640"/>
            <a:ext cx="914400" cy="0"/>
          </a:xfrm>
          <a:prstGeom prst="line">
            <a:avLst/>
          </a:prstGeom>
          <a:noFill/>
          <a:ln w="16510">
            <a:solidFill>
              <a:srgbClr val="B7C8B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9144000" y="2834640"/>
            <a:ext cx="914400" cy="0"/>
          </a:xfrm>
          <a:prstGeom prst="line">
            <a:avLst/>
          </a:prstGeom>
          <a:noFill/>
          <a:ln w="16510">
            <a:solidFill>
              <a:srgbClr val="B7C8B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740664" y="2157984"/>
            <a:ext cx="164592" cy="135331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1005840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05840" y="2505456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Cek sistem &amp; ruang kosong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3072384" y="2157984"/>
            <a:ext cx="164592" cy="135331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3337560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337560" y="2505456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Pasang JDK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57800" y="20116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5404104" y="2157984"/>
            <a:ext cx="164592" cy="135331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5669280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5669280" y="2505456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Android Studio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20116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EAF9F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7735824" y="2157984"/>
            <a:ext cx="164592" cy="135331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8001000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001000" y="2505456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SDK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21240" y="20116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FFF0EE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10067544" y="2157984"/>
            <a:ext cx="164592" cy="1353312"/>
          </a:xfrm>
          <a:prstGeom prst="roundRect">
            <a:avLst>
              <a:gd name="adj" fmla="val 11111"/>
            </a:avLst>
          </a:prstGeom>
          <a:solidFill>
            <a:srgbClr val="E95C4B"/>
          </a:solidFill>
          <a:ln w="12700">
            <a:solidFill>
              <a:srgbClr val="E95C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10332720" y="21762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332720" y="2505456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emulator &amp; verifikasi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1148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Catatan: Kotlin umumnya sudah terintegrasi di Android Studio modern, sehingga mahasiswa tidak selalu perlu memasang compiler Kotlin terpisah untuk praktik Android dasar.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Langkah 1 — Memasang JDK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JDK dibutuhkan oleh banyak proses build dan tooling Java/Kotlin.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557784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Unduh JDK dari vendor yang tepercaya, lalu pilih versi yang sesuai dengan kebutuhan Android Studio yang dipakai.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Jalankan installer dan ikuti langkah instalasi sampai selesai.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Pastikan folder instalasi tersimpan dengan baik dan mudah ditemukan jika diperlukan untuk konfigurasi tambahan.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 perlu, atur environment variable sesuai panduan sistem operasi yang dipakai di laboratorium atau laptop pribadi.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4572000" cy="3520440"/>
          </a:xfrm>
          <a:prstGeom prst="roundRect">
            <a:avLst>
              <a:gd name="adj" fmla="val 2078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958584" y="183794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7223760" y="1856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Tips praktis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23760" y="2185416"/>
            <a:ext cx="4023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Untuk kelas pemula, yang paling penting bukan menghafal versi, tetapi memastikan perintah Java dikenali sistem dan tidak bentrok dengan instalasi lama.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VERIFIKASI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Cek hasil instalasi JDK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Verifikasi sederhana lebih penting daripada merasa “sudah install”.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101498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8016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Langkah cek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093976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terminal atau command prompt, lalu jalankan perintah untuk memeriksa apakah Java dan compiler-nya sudah dikenali sistem.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566928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270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521208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-version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 -version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425196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4901184" y="4398264"/>
            <a:ext cx="164592" cy="62179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5166360" y="44165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Interpretasi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4745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versi tampil tanpa error “command not found”, maka instalasi dasar JDK biasanya sudah berhasil.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KOTLIN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Apakah Kotlin perlu di-install terpisah?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Untuk konteks Android dasar, jawabannya sering: tidak perlu.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Kotlin di Android Studio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093976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Dokumentasi Kotlin menyebut bahwa Kotlin sudah termasuk dalam setiap rilis Android Studio dan IntelliJ IDEA.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53542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800600" y="1764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Kapan compiler terpisah dipakai?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093976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Biasanya saat ingin memakai Kotlin dari command line atau pada konteks non-Android tertentu.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10158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366760" y="1764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Implikasi untuk kelas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2093976"/>
            <a:ext cx="2880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cukup fokus pada Android Studio terlebih dahulu, lalu belajar sintaks Kotlin di pertemuan berikutnya.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Langkah 2 — Memasang Android Studio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Inilah pusat kerja utama sepanjang semester.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557784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Unduh Android Studio dari situs resmi Android Developers.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installer sesuai sistem operasi yang dipakai.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Jalankan installer atau paket aplikasi, lalu ikuti Setup Wizard sampai selesai.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Saat pertama kali dibuka, Android Studio akan menawarkan pengunduhan komponen SDK yang dibutuhkan.</a:t>
            </a:r>
            <a:endParaRPr lang="en-US" sz="1800" dirty="0"/>
          </a:p>
        </p:txBody>
      </p:sp>
      <p:pic>
        <p:nvPicPr>
          <p:cNvPr id="7" name="Image 0" descr="/mnt/data/toolchain_workspace.png"/>
          <p:cNvPicPr>
            <a:picLocks noChangeAspect="1"/>
          </p:cNvPicPr>
          <p:nvPr/>
        </p:nvPicPr>
        <p:blipFill>
          <a:blip r:embed="rId3"/>
          <a:srcRect l="13370" r="13370"/>
          <a:stretch/>
        </p:blipFill>
        <p:spPr>
          <a:xfrm>
            <a:off x="6812280" y="1417320"/>
            <a:ext cx="457200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yang biasanya dipasang lewat Setup Wizard?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Wizard membantu menyiapkan komponen inti agar mahasiswa tidak perlu konfigurasi manual dari nol.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Android SDK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4440" y="2093976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Android dan API level yang dipakai project.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03320" y="16002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84962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114800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Tools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114800" y="2093976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ADB dan utilitas pendukung untuk deployment/testing.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16002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72998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995160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Tools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995160" y="2093976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untuk proses compile, package, dan build aplikasi.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64040" y="160020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EAF9F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961034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9875520" y="1764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Emulator / system image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75520" y="2093976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untuk membuat AVD dan menguji aplikasi secara virtual.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Peran Android SDK dan SDK Manager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 Manager dipakai untuk menambah, menghapus, atau memperbarui komponen Android.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70078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SDK?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048256"/>
            <a:ext cx="32004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 adalah paket alat dan API yang memungkinkan pengembang membuat aplikasi untuk platform Android tertentu.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2926080" cy="3611880"/>
          </a:xfrm>
          <a:prstGeom prst="roundRect">
            <a:avLst>
              <a:gd name="adj" fmla="val 2500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901184" y="170078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166360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perlu dikelola?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66360" y="2048256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Karena project berbeda bisa membutuhkan API level, system image, atau build tools yang berbeda.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63840" y="15544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010144" y="170078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27532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Fungsi SDK Manager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75320" y="2048256"/>
            <a:ext cx="3017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Memasang API level, update platform tools, memilih system image emulator, dan merapikan komponen yang tidak dipakai.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itu emulator / Android Virtual Device?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Emulator memungkinkan pengujian aplikasi tanpa wajib memiliki banyak perangkat fisik.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548640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AVD meniru perangkat Android secara virtual: ukuran layar, versi Android, memori, dan konfigurasi lain.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Emulator cocok untuk praktikum karena dosen dapat menyamakan lingkungan uji mahasiswa.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Namun emulator cukup berat, sehingga spesifikasi perangkat dan virtualisasi sangat berpengaruh.
</a:t>
            </a:r>
            <a:r>
              <a:rPr lang="en-US" sz="1800" b="1" dirty="0">
                <a:solidFill>
                  <a:srgbClr val="1DB9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laptop terbatas, perangkat Android fisik modern juga bisa dipakai sebagai alternatif uji.</a:t>
            </a:r>
            <a:endParaRPr lang="en-US" sz="1800" dirty="0"/>
          </a:p>
        </p:txBody>
      </p:sp>
      <p:pic>
        <p:nvPicPr>
          <p:cNvPr id="7" name="Image 0" descr="/mnt/data/emulator_devices.png"/>
          <p:cNvPicPr>
            <a:picLocks noChangeAspect="1"/>
          </p:cNvPicPr>
          <p:nvPr/>
        </p:nvPicPr>
        <p:blipFill>
          <a:blip r:embed="rId3"/>
          <a:srcRect l="13736" r="13736"/>
          <a:stretch/>
        </p:blipFill>
        <p:spPr>
          <a:xfrm>
            <a:off x="6903720" y="1417320"/>
            <a:ext cx="4526280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EMULATOR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Langkah umum membuat emulator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Urutan ini cukup untuk pengantar praktikum.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2834640"/>
            <a:ext cx="731520" cy="0"/>
          </a:xfrm>
          <a:prstGeom prst="line">
            <a:avLst/>
          </a:prstGeom>
          <a:noFill/>
          <a:ln w="16510">
            <a:solidFill>
              <a:srgbClr val="B7C8B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572000" y="2834640"/>
            <a:ext cx="731520" cy="0"/>
          </a:xfrm>
          <a:prstGeom prst="line">
            <a:avLst/>
          </a:prstGeom>
          <a:noFill/>
          <a:ln w="16510">
            <a:solidFill>
              <a:srgbClr val="B7C8B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766560" y="2834640"/>
            <a:ext cx="731520" cy="0"/>
          </a:xfrm>
          <a:prstGeom prst="line">
            <a:avLst/>
          </a:prstGeom>
          <a:noFill/>
          <a:ln w="16510">
            <a:solidFill>
              <a:srgbClr val="B7C8B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8961120" y="2834640"/>
            <a:ext cx="731520" cy="0"/>
          </a:xfrm>
          <a:prstGeom prst="line">
            <a:avLst/>
          </a:prstGeom>
          <a:noFill/>
          <a:ln w="16510">
            <a:solidFill>
              <a:srgbClr val="B7C8B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786384" y="2157984"/>
            <a:ext cx="164592" cy="139903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1051560" y="2176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51560" y="2505456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Device Manager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01168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2980944" y="2157984"/>
            <a:ext cx="164592" cy="139903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3246120" y="2176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46120" y="2505456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Create Device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01168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5175504" y="2157984"/>
            <a:ext cx="164592" cy="139903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5440680" y="2176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2505456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Tentukan hardware profile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2011680"/>
            <a:ext cx="1783080" cy="1691640"/>
          </a:xfrm>
          <a:prstGeom prst="roundRect">
            <a:avLst>
              <a:gd name="adj" fmla="val 4324"/>
            </a:avLst>
          </a:prstGeom>
          <a:solidFill>
            <a:srgbClr val="EAF9F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7370064" y="2157984"/>
            <a:ext cx="164592" cy="139903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635240" y="2176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7635240" y="2505456"/>
            <a:ext cx="1234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Unduh system image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18320" y="20116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0EE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9564624" y="2157984"/>
            <a:ext cx="164592" cy="1399032"/>
          </a:xfrm>
          <a:prstGeom prst="roundRect">
            <a:avLst>
              <a:gd name="adj" fmla="val 11111"/>
            </a:avLst>
          </a:prstGeom>
          <a:solidFill>
            <a:srgbClr val="E95C4B"/>
          </a:solidFill>
          <a:ln w="12700">
            <a:solidFill>
              <a:srgbClr val="E95C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982980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9829800" y="2505456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lalu jalankan AVD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project pertama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Setelah tools siap, dosen dapat memandu uji sederhana bahwa semuanya berjalan.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Buat project baru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093976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template sederhana seperti Empty Activity agar fokus pada verifikasi lingkungan.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53542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800600" y="1764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Pilih device tujuan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093976"/>
            <a:ext cx="2834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Jalankan project ke emulator atau perangkat fisik yang sudah terkoneksi.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10158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366760" y="1764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Periksa hasil run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2093976"/>
            <a:ext cx="2880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aplikasi contoh berhasil tampil, berarti IDE, SDK, dan target device sudah bekerja.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Preview struktur project Android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perlu mendalam—cukup tahu gambaran awalnya.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70078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app/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048256"/>
            <a:ext cx="2194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 utama aplikasi. Nanti di sinilah mayoritas pekerjaan praktikum dilakukan.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49040" y="155448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895344" y="170078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160520" y="1719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/ kotlin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60520" y="2048256"/>
            <a:ext cx="2103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Berisi kode sumber untuk Activity, class, dan logika aplikasi.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83680" y="155448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729984" y="170078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995160" y="1719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res/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95160" y="2048256"/>
            <a:ext cx="2103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Tempat layout XML, drawable, string, dan resource lain.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18320" y="1554480"/>
            <a:ext cx="2057400" cy="3611880"/>
          </a:xfrm>
          <a:prstGeom prst="roundRect">
            <a:avLst>
              <a:gd name="adj" fmla="val 3556"/>
            </a:avLst>
          </a:prstGeom>
          <a:solidFill>
            <a:srgbClr val="EAF9F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9564624" y="170078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9829800" y="17190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Gradle files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829800" y="2048256"/>
            <a:ext cx="1508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Mengatur build dan dependency project.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Masalah instalasi yang paling sering muncul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jika setup pertama belum langsung mulus.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0EE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E95C4B"/>
          </a:solidFill>
          <a:ln w="12700">
            <a:solidFill>
              <a:srgbClr val="E95C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SDK belum terunduh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093976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belum bisa dijalankan karena komponen platform/build tools belum lengkap.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94760" y="160020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94106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206240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Emulator lambat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2093976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Biasanya terkait RAM kecil, virtualisasi belum aktif, atau system image terlalu berat.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66560" y="1600200"/>
            <a:ext cx="2240280" cy="3474720"/>
          </a:xfrm>
          <a:prstGeom prst="roundRect">
            <a:avLst>
              <a:gd name="adj" fmla="val 3265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91286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7178040" y="1764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Java bermasalah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178040" y="2093976"/>
            <a:ext cx="1691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Perintah Java tidak dikenali atau versinya bentrok.</a:t>
            </a:r>
            <a:endParaRPr lang="en-US" sz="1500" dirty="0"/>
          </a:p>
        </p:txBody>
      </p:sp>
      <p:pic>
        <p:nvPicPr>
          <p:cNvPr id="18" name="Image 0" descr="/mnt/data/troubleshoot_class.png"/>
          <p:cNvPicPr>
            <a:picLocks noChangeAspect="1"/>
          </p:cNvPicPr>
          <p:nvPr/>
        </p:nvPicPr>
        <p:blipFill>
          <a:blip r:embed="rId3"/>
          <a:srcRect l="28509" r="28509"/>
          <a:stretch/>
        </p:blipFill>
        <p:spPr>
          <a:xfrm>
            <a:off x="9235440" y="1600200"/>
            <a:ext cx="2240280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Bagaimana praktik di kelas bisa dijalankan?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ini di RPS memang dirancang dengan metode demonstrasi dan praktik.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837944"/>
            <a:ext cx="164592" cy="112471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Demonstrasi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34440" y="218541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Dosen memandu langkah instalasi secara live.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16916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2980944" y="1837944"/>
            <a:ext cx="164592" cy="112471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3246120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Praktik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46120" y="218541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mengikuti di laptop masing-masing.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4992624" y="1837944"/>
            <a:ext cx="164592" cy="112471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5257800" y="18562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Durasi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257800" y="2185416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× (3 × 50 menit)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383280"/>
            <a:ext cx="5806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969264" y="3529584"/>
            <a:ext cx="164592" cy="130759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1234440" y="354787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 yang efektif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387705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Mulai dari pengecekan spesifikasi, lanjut install IDE, cek SDK, buat AVD, lalu tutup dengan verifikasi run project sederhana.</a:t>
            </a:r>
            <a:endParaRPr lang="en-US" sz="1600" dirty="0"/>
          </a:p>
        </p:txBody>
      </p:sp>
      <p:pic>
        <p:nvPicPr>
          <p:cNvPr id="22" name="Image 0" descr="/mnt/data/install_class.png"/>
          <p:cNvPicPr>
            <a:picLocks noChangeAspect="1"/>
          </p:cNvPicPr>
          <p:nvPr/>
        </p:nvPicPr>
        <p:blipFill>
          <a:blip r:embed="rId3"/>
          <a:srcRect l="10714" r="10714"/>
          <a:stretch/>
        </p:blipFill>
        <p:spPr>
          <a:xfrm>
            <a:off x="6903720" y="1600200"/>
            <a:ext cx="4526280" cy="3840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instalasi mahasiswa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Bisa langsung dipakai dosen sebagai lembar cek cepat di kelas.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024128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7132320" cy="438912"/>
          </a:xfrm>
          <a:prstGeom prst="rect">
            <a:avLst/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8046720" y="1645920"/>
            <a:ext cx="3108960" cy="438912"/>
          </a:xfrm>
          <a:prstGeom prst="rect">
            <a:avLst/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1097280" y="17739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Item verifikasi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0" y="1773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</a:rPr>
              <a:t>Status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2148840"/>
            <a:ext cx="10241280" cy="0"/>
          </a:xfrm>
          <a:prstGeom prst="line">
            <a:avLst/>
          </a:prstGeom>
          <a:noFill/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1097280" y="225856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Java/JDK terpasang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49640" y="22585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Ya / Belum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624328"/>
            <a:ext cx="10241280" cy="0"/>
          </a:xfrm>
          <a:prstGeom prst="line">
            <a:avLst/>
          </a:prstGeom>
          <a:noFill/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1097280" y="2734056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Perintah java -version berhasil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27340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Ya / Belum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3099816"/>
            <a:ext cx="10241280" cy="0"/>
          </a:xfrm>
          <a:prstGeom prst="line">
            <a:avLst/>
          </a:prstGeom>
          <a:noFill/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1097280" y="320954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Android Studio dapat dibuka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32095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Ya / Belum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3575304"/>
            <a:ext cx="10241280" cy="0"/>
          </a:xfrm>
          <a:prstGeom prst="line">
            <a:avLst/>
          </a:prstGeom>
          <a:noFill/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1097280" y="36850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SDK utama sudah terunduh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49640" y="3685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Ya / Belum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050792"/>
            <a:ext cx="10241280" cy="0"/>
          </a:xfrm>
          <a:prstGeom prst="line">
            <a:avLst/>
          </a:prstGeom>
          <a:noFill/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1097280" y="41605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AVD / Emulator berhasil dibuat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9640" y="41605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Ya / Belum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" y="4526280"/>
            <a:ext cx="10241280" cy="0"/>
          </a:xfrm>
          <a:prstGeom prst="line">
            <a:avLst/>
          </a:prstGeom>
          <a:noFill/>
          <a:ln w="12700">
            <a:solidFill>
              <a:srgbClr val="D9E5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1097280" y="46360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Project contoh berhasil dijalankan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9640" y="46360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Ya / Belum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ASESMEN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Bagaimana sesi ini dinilai?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RPS menetapkan bentuk asesmen berupa tugas instalasi.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101498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8016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Tugas instalasi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093976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menunjukkan bahwa tools utama telah terpasang dan dapat dipakai.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62686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89204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Bukti yang masuk akal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2093976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hasil install, tampilan Android Studio, emulator aktif, dan hasil verifikasi dasar.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238744" y="1746504"/>
            <a:ext cx="164592" cy="318211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503920" y="1764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Kriteria minimal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093976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terpasang, emulator berjalan, dan project contoh siap dipakai untuk pertemuan berikutnya.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Sumber belajar pendukung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RPS juga menyinggung video tutorial instalasi sebagai bahan daring.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6459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1014984" y="1792224"/>
            <a:ext cx="164592" cy="112471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8016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Sumber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13969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tutorial instalasi untuk membantu mahasiswa yang tertinggal saat demo kelas.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1014984" y="3483864"/>
            <a:ext cx="164592" cy="112471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1280160" y="3502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Sumber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83133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Dokumentasi resmi Android Studio untuk langkah instalasi dan kebutuhan sistem.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26280" y="164592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4672584" y="1792224"/>
            <a:ext cx="164592" cy="112471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93776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Sumber 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213969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Dokumentasi Kotlin untuk memahami posisinya dalam Android Studio.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26280" y="33375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EAF9F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672584" y="3483864"/>
            <a:ext cx="164592" cy="112471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937760" y="3502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Sumber 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383133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 kelas atau checklist instalasi yang dibuat dosen.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83880" y="164592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8330184" y="1792224"/>
            <a:ext cx="164592" cy="2816352"/>
          </a:xfrm>
          <a:prstGeom prst="roundRect">
            <a:avLst>
              <a:gd name="adj" fmla="val 11111"/>
            </a:avLst>
          </a:prstGeom>
          <a:solidFill>
            <a:srgbClr val="E95C4B"/>
          </a:solidFill>
          <a:ln w="12700">
            <a:solidFill>
              <a:srgbClr val="E95C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8595360" y="1810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Pesan penting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95360" y="2139696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Pada sesi instalasi, mahasiswa yang berhasil bukan yang paling cepat, tetapi yang paling rapi mencatat langkah, error, dan solusi yang ditemui.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Rangkuman pertemuan 2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hal yang harus selesai setelah sesi ini.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2354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188720" y="17647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2093976"/>
            <a:ext cx="2057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mengenal toolchain dasar Android: JDK, Kotlin, Android Studio, SDK, dan emulator.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11880" y="16002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375818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023360" y="17647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023360" y="2093976"/>
            <a:ext cx="2057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Studio menjadi pusat kerja utama; Kotlin biasanya sudah terintegrasi di dalamnya.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46520" y="160020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59282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858000" y="17647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2093976"/>
            <a:ext cx="2057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Instalasi harus diverifikasi, bukan hanya diunduh atau diklaim selesai.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81160" y="1600200"/>
            <a:ext cx="2148840" cy="3520440"/>
          </a:xfrm>
          <a:prstGeom prst="roundRect">
            <a:avLst>
              <a:gd name="adj" fmla="val 3404"/>
            </a:avLst>
          </a:prstGeom>
          <a:solidFill>
            <a:srgbClr val="EAF9F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9427464" y="1746504"/>
            <a:ext cx="164592" cy="3227832"/>
          </a:xfrm>
          <a:prstGeom prst="roundRect">
            <a:avLst>
              <a:gd name="adj" fmla="val 11111"/>
            </a:avLst>
          </a:prstGeom>
          <a:solidFill>
            <a:srgbClr val="1D8E8A"/>
          </a:solidFill>
          <a:ln w="12700">
            <a:solidFill>
              <a:srgbClr val="1D8E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9692640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92640" y="2093976"/>
            <a:ext cx="1600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Emulator atau perangkat uji harus siap untuk praktik berikutnya.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3840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ECF9F0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085832" y="42519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7A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Jawab singkat sebelum sesi berakhir.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ECF9F0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969264" y="174650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1DB954"/>
          </a:solidFill>
          <a:ln w="12700">
            <a:solidFill>
              <a:srgbClr val="1DB9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Pertanyaan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093976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Sebutkan minimal tiga tools utama yang dibutuhkan untuk praktik Android dasar.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EDF4FF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4581144" y="174650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84632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Pertanyaan 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2093976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fungsi emulator dalam proses belajar mobile programming?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FFF5E8"/>
          </a:solidFill>
          <a:ln w="12700">
            <a:solidFill>
              <a:srgbClr val="D9E5D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8193024" y="1746504"/>
            <a:ext cx="164592" cy="3319272"/>
          </a:xfrm>
          <a:prstGeom prst="roundRect">
            <a:avLst>
              <a:gd name="adj" fmla="val 11111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458200" y="1764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Pertanyaan 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2093976"/>
            <a:ext cx="28803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cara sederhana memverifikasi bahwa instalasi dasar sudah berhasil?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oolchain_workspace.png"/>
          <p:cNvPicPr>
            <a:picLocks noChangeAspect="1"/>
          </p:cNvPicPr>
          <p:nvPr/>
        </p:nvPicPr>
        <p:blipFill>
          <a:blip r:embed="rId3"/>
          <a:srcRect l="16355" r="16355"/>
          <a:stretch/>
        </p:blipFill>
        <p:spPr>
          <a:xfrm>
            <a:off x="6583680" y="868680"/>
            <a:ext cx="4937760" cy="4892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109728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EDE5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" name="Text 1"/>
          <p:cNvSpPr/>
          <p:nvPr/>
        </p:nvSpPr>
        <p:spPr>
          <a:xfrm>
            <a:off x="91440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Sampai jumpa di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Pertemuan 3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B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Pengenalan Kotlin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31546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Lanjutan yang akan dipelajari: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sintaks dasar Kotlin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variabel dan tipe data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latihan program sederhana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754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Pastikan tools sudah siap sebelum pertemuan berikutnya.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64224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7D7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2449</Words>
  <Application>Microsoft Office PowerPoint</Application>
  <PresentationFormat>Widescreen</PresentationFormat>
  <Paragraphs>310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Instalasi dan Tools</dc:title>
  <dc:subject>Pemrograman Mobile Native - Pertemuan 2</dc:subject>
  <dc:creator>OpenAI</dc:creator>
  <cp:lastModifiedBy>UMMI-Prajoko</cp:lastModifiedBy>
  <cp:revision>2</cp:revision>
  <dcterms:created xsi:type="dcterms:W3CDTF">2026-03-07T09:30:18Z</dcterms:created>
  <dcterms:modified xsi:type="dcterms:W3CDTF">2026-03-07T09:43:31Z</dcterms:modified>
</cp:coreProperties>
</file>